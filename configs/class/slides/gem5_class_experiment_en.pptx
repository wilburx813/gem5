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gem5 Class Lab: gem5, WebUI, and Cache Parameters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configs/class | ~7-minute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gem5</a:t>
            </a:r>
          </a:p>
          <a:p>
            <a:pPr/>
            <a:r>
              <a:t>Repo &amp; key scripts</a:t>
            </a:r>
          </a:p>
          <a:p>
            <a:pPr/>
            <a:r>
              <a:t>Using the WebUI</a:t>
            </a:r>
          </a:p>
          <a:p>
            <a:pPr/>
            <a:r>
              <a:t>Cache parameter experiments (methods)</a:t>
            </a:r>
          </a:p>
          <a:p>
            <a:pPr/>
            <a:r>
              <a:t>Results placeholders &amp; takeaways</a:t>
            </a:r>
          </a:p>
          <a:p>
            <a:pPr/>
            <a:r>
              <a:t>Repro steps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gem5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Modular and extensible system simulator</a:t>
            </a:r>
          </a:p>
          <a:p>
            <a:pPr/>
            <a:r>
              <a:t>Multiple ISAs (X86/ARM/RISC-V...) and memory/cache models</a:t>
            </a:r>
          </a:p>
          <a:p>
            <a:pPr/>
            <a:r>
              <a:t>SE and FS modes; this lab uses X86 + SE</a:t>
            </a:r>
          </a:p>
          <a:p>
            <a:pPr/>
            <a:r>
              <a:t>Focus: cache hierarchy and parameter impacts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 &amp; key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run: configs/class/run.sh</a:t>
            </a:r>
          </a:p>
          <a:p>
            <a:pPr/>
            <a:r>
              <a:t>Batch runs: configs/class/run_all_experiments.py</a:t>
            </a:r>
          </a:p>
          <a:p>
            <a:pPr/>
            <a:r>
              <a:t>Stats summary: configs/class/parse_stats.py</a:t>
            </a:r>
          </a:p>
          <a:p>
            <a:pPr/>
            <a:r>
              <a:t>Web UI: configs/class/webui.py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WebUI: launch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python3 configs/class/webui.py --host 127.0.0.1 --port 8080</a:t>
            </a:r>
          </a:p>
          <a:p>
            <a:pPr/>
            <a:r>
              <a:t>Open http://127.0.0.1:8080</a:t>
            </a:r>
          </a:p>
          <a:p>
            <a:pPr/>
            <a:r>
              <a:t>Pick an experiment/config or edit fields; click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WebUI form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CPU/Memory</a:t>
            </a:r>
          </a:p>
          <a:p>
            <a:pPr lvl="1"/>
            <a:r>
              <a:t>Core count, CPU/system clocks</a:t>
            </a:r>
          </a:p>
          <a:p>
            <a:pPr lvl="1"/>
            <a:r>
              <a:t>Memory type &amp; size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Cache/Workload</a:t>
            </a:r>
          </a:p>
          <a:p>
            <a:pPr lvl="1"/>
            <a:r>
              <a:t>cacheline_size, cache_assoc, replacement</a:t>
            </a:r>
          </a:p>
          <a:p>
            <a:pPr lvl="1"/>
            <a:r>
              <a:t>is_read_only, writeback_clean</a:t>
            </a:r>
          </a:p>
          <a:p>
            <a:pPr lvl="1"/>
            <a:r>
              <a:t>cmd: tests/class/bin/x86/class_matrixmul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parameters (themes)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Associativity, capacity, hierarchy, line size</a:t>
            </a:r>
          </a:p>
          <a:p>
            <a:pPr/>
            <a:r>
              <a:t>Replacement, read-only, writeback-clean</a:t>
            </a:r>
          </a:p>
          <a:p>
            <a:pPr/>
            <a:r>
              <a:t>Unified workload: class_matrixmul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Fix CPU/memory and most cache knobs</a:t>
            </a:r>
          </a:p>
          <a:p>
            <a:pPr/>
            <a:r>
              <a:t>Single-factor change per run</a:t>
            </a:r>
          </a:p>
          <a:p>
            <a:pPr/>
            <a:r>
              <a:t>Use run_all_experiments.py for batch runs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placeholder: IPC vs parameter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9144000" cy="4114800"/>
          </a:xfrm>
          <a:prstGeom prst="rect">
            <a:avLst/>
          </a:prstGeom>
          <a:solidFill>
            <a:srgbClr val="E6E6E6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Replace with charts/screenshots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charts from configs/class/result/*/*.stats and paste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placeholder: Miss/MPKI vs parameter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9144000" cy="4114800"/>
          </a:xfrm>
          <a:prstGeom prst="rect">
            <a:avLst/>
          </a:prstGeom>
          <a:solidFill>
            <a:srgbClr val="E6E6E6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Replace with charts/screenshots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Show L1D/L2 miss rates and MPKI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Associativity: big drop from 2→4, diminishing returns beyond 8</a:t>
            </a:r>
          </a:p>
          <a:p>
            <a:pPr/>
            <a:r>
              <a:t>Capacity: larger L1/L2 greatly reduce MPKI and boost IPC</a:t>
            </a:r>
          </a:p>
          <a:p>
            <a:pPr/>
            <a:r>
              <a:t>Line size: larger lines improve spatial locality and IPC</a:t>
            </a:r>
          </a:p>
          <a:p>
            <a:pPr/>
            <a:r>
              <a:t>Replacement: LRU/TreePLRU stable; MRU/LFU workload-sensitive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Reproducing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config: bash configs/class/run.sh &lt;yaml&gt;</a:t>
            </a:r>
          </a:p>
          <a:p>
            <a:pPr/>
            <a:r>
              <a:t>Batch: python3 configs/class/run_all_experiments.py</a:t>
            </a:r>
          </a:p>
          <a:p>
            <a:pPr/>
            <a:r>
              <a:t>Summary: python3 configs/class/parse_stats.py --stats m5out/stats.txt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
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gem5 课程实验：gem5、WebUI 与缓存参数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configs/class | ~7 分钟模板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gem5 简介</a:t>
            </a:r>
          </a:p>
          <a:p>
            <a:pPr/>
            <a:r>
              <a:t>仓库与脚本</a:t>
            </a:r>
          </a:p>
          <a:p>
            <a:pPr/>
            <a:r>
              <a:t>WebUI 使用</a:t>
            </a:r>
          </a:p>
          <a:p>
            <a:pPr/>
            <a:r>
              <a:t>缓存参数实验主题与方法</a:t>
            </a:r>
          </a:p>
          <a:p>
            <a:pPr/>
            <a:r>
              <a:t>结果占位与关键观察</a:t>
            </a:r>
          </a:p>
          <a:p>
            <a:pPr/>
            <a:r>
              <a:t>复现实验与Q&amp;A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 gem5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模块化系统模拟器，学术/工业通用</a:t>
            </a:r>
          </a:p>
          <a:p>
            <a:pPr/>
            <a:r>
              <a:t>多 ISA（X86/ARM/RISC-V…）与缓存/内存模型</a:t>
            </a:r>
          </a:p>
          <a:p>
            <a:pPr/>
            <a:r>
              <a:t>SE/FS 两种模式；本实验采用 X86+SE</a:t>
            </a:r>
          </a:p>
          <a:p>
            <a:pPr/>
            <a:r>
              <a:t>聚焦缓存层次结构与参数影响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仓库与关键脚本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单次运行: configs/class/run.sh</a:t>
            </a:r>
          </a:p>
          <a:p>
            <a:pPr/>
            <a:r>
              <a:t>批量实验: configs/class/run_all_experiments.py</a:t>
            </a:r>
          </a:p>
          <a:p>
            <a:pPr/>
            <a:r>
              <a:t>统计解析: configs/class/parse_stats.py</a:t>
            </a:r>
          </a:p>
          <a:p>
            <a:pPr/>
            <a:r>
              <a:t>WebUI: configs/class/webui.py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WebUI 启动与访问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python3 configs/class/webui.py --host 127.0.0.1 --port 8080</a:t>
            </a:r>
          </a:p>
          <a:p>
            <a:pPr/>
            <a:r>
              <a:t>浏览器访问 http://127.0.0.1:8080</a:t>
            </a:r>
          </a:p>
          <a:p>
            <a:pPr/>
            <a:r>
              <a:t>选择实验/配置或手动填写参数，点击运行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WebUI 表单要点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CPU/Memory</a:t>
            </a:r>
          </a:p>
          <a:p>
            <a:pPr lvl="1"/>
            <a:r>
              <a:t>核数、主/系统频率</a:t>
            </a:r>
          </a:p>
          <a:p>
            <a:pPr lvl="1"/>
            <a:r>
              <a:t>内存类型和容量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Cache/Workload</a:t>
            </a:r>
          </a:p>
          <a:p>
            <a:pPr lvl="1"/>
            <a:r>
              <a:t>cacheline_size、cache_assoc、replacement</a:t>
            </a:r>
          </a:p>
          <a:p>
            <a:pPr lvl="1"/>
            <a:r>
              <a:t>is_read_only、writeback_clean</a:t>
            </a:r>
          </a:p>
          <a:p>
            <a:pPr lvl="1"/>
            <a:r>
              <a:t>cmd: tests/class/bin/x86/class_matrixmul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缓存参数主题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相联度、容量、层次、行大小</a:t>
            </a:r>
          </a:p>
          <a:p>
            <a:pPr/>
            <a:r>
              <a:t>替换策略、只读、clean 写回</a:t>
            </a:r>
          </a:p>
          <a:p>
            <a:pPr/>
            <a:r>
              <a:t>统一负载：class_matrixmul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方法与流程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固定 CPU/内存与多数缓存参数</a:t>
            </a:r>
          </a:p>
          <a:p>
            <a:pPr/>
            <a:r>
              <a:t>单因素变化，每次只改一个参数</a:t>
            </a:r>
          </a:p>
          <a:p>
            <a:pPr/>
            <a:r>
              <a:t>run_all_experiments.py 批跑汇总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结果占位：IPC vs 参数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9144000" cy="4114800"/>
          </a:xfrm>
          <a:prstGeom prst="rect">
            <a:avLst/>
          </a:prstGeom>
          <a:solidFill>
            <a:srgbClr val="E6E6E6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在此替换为图表/截图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请用 configs/class/result/*/*.stats 绘制折线/柱状图并粘贴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结果占位：Miss Rate/MPKI vs 参数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9144000" cy="4114800"/>
          </a:xfrm>
          <a:prstGeom prst="rect">
            <a:avLst/>
          </a:prstGeom>
          <a:solidFill>
            <a:srgbClr val="E6E6E6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在此替换为图表/截图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同上，分别展示 L1D/L2 Miss Rate 与 MPKI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关键观察（示例）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相联度：2→4 收益明显，8 路后趋缓</a:t>
            </a:r>
          </a:p>
          <a:p>
            <a:pPr/>
            <a:r>
              <a:t>容量：L1/L2 增大显著降 MPKI、提 IPC</a:t>
            </a:r>
          </a:p>
          <a:p>
            <a:pPr/>
            <a:r>
              <a:t>行大小：更大行降低 Miss，IPC 稳步提升</a:t>
            </a:r>
          </a:p>
          <a:p>
            <a:pPr/>
            <a:r>
              <a:t>替换策略：LRU/TreePLRU 更稳；MRU/LFU 对抖动负载敏感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如何复现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单个配置: bash configs/class/run.sh &lt;yaml&gt;</a:t>
            </a:r>
          </a:p>
          <a:p>
            <a:pPr/>
            <a:r>
              <a:t>批量: python3 configs/class/run_all_experiments.py</a:t>
            </a:r>
          </a:p>
          <a:p>
            <a:pPr/>
            <a:r>
              <a:t>解析: python3 configs/class/parse_stats.py --stats m5out/stats.txt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感谢！欢迎提问。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